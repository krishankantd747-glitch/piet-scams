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ProjectForge AI Presentation Generator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line follower robot 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Generated automatically with Gemini AI &amp; pptxgenjs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Introduction to line follower robot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Overview of engineering challenges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Novel architecture proposed by ProjectForge AI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Platform integration advantages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Abstract 3D rendering of an engineering workshop]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System Specifications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Microcontroller selection details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Sensor node distribution constraints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Power efficiency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Schematic block diagram of microcontrollers]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Block &amp; Flowchart Diagrams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Step-by-step logic controller layout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Feedback loops and diagnostic checks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User interface hooks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Flowchart diagram mapping decision steps]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Hardware Components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Microcontroller boards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Auxiliary power breakout board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Visual LCD monitor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Hi-res engineering components photograph]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Firmware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Embedded C++ loops structure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Interrupt subroutines layout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Buffer loading queues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C++ code editing IDE screenshot mock]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KiCad Design &amp; Connections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Pin mappings schema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Dual-layer track layouts routing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Ground plane shielding filters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KiCad routing schematic layout screenshot]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Cost &amp; Budget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Prototype assembly list costs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SaaS tooling license credits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Testing instrumentation rental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Tabular budget sheet display grid]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Experimental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Signal responses latency tests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Duty cycles under cold environments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Fault logs telemetry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Line graph plotting efficiency percentages]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Future Research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Edge processing optimizations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Mesh networking protocols integration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API hooks for mobile dashboards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Connected nodes network diagram graphic]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Summary &amp; 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Successful validation of core circuits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Scalable product blueprint completed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Next steps for commercial patent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645920"/>
            <a:ext cx="30175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[IMAGE: Professional presentation concluding layout slide]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2026-06-19T12:03:40Z</dcterms:created>
  <dcterms:modified xsi:type="dcterms:W3CDTF">2026-06-19T12:03:40Z</dcterms:modified>
</cp:coreProperties>
</file>